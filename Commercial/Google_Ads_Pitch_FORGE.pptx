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 — introduire le sujet brièvement, ne pas lire le texte.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le client répondre : "Est-ce que ça vous parle ?" — écouter avant d'enchaîner.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votre annonce s'affiche AVANT les sites naturels. C'est l'avantage clé d'Ads vs SEO pur.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Processus simple — ne pas s'attarder. Aller directement vers la question budget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différenciateur. La plupart des agences prennent un % du budget Ads — FORGE non. Souligner la transparence.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le ciblage protège le budget. Demander à l'artisan quelle est sa zone habituelle de travail.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que c'est "clé en main". L'artisan n'a rien à faire sauf décrocher le téléphone.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chiffres sont indicatifs. Adapter selon le secteur de l'artisan (plomberie vs décoration, etc.).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L'offre PRO est celle qui correspond à la majorité des artisans. Commencer par elle, proposer les autres selon les besoins.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Proposer de lancer l'appel de découverte directement à la fin du RDV. Sortir le téléphone et bloquer un créneau ensemble.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Vos clients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cherchent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ce moment.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— Le levier que vos concurrents utilisent déjà.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75120" y="1280160"/>
            <a:ext cx="2194560" cy="2377440"/>
          </a:xfrm>
          <a:prstGeom prst="roundRect">
            <a:avLst>
              <a:gd name="adj" fmla="val 6250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0" y="16002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8.5Md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75120" y="25146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jour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FORGE — forge-artisans.fr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📞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manquez des appels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plein chantier, le téléphone sonne dans le vide. Ce prospect appelle le suivant.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Introuvable sur Google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une recherche locale, vos concurrents apparaissent. Vous, non.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459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📅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imprévisible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9718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bouche-à-oreille fluctue. Impossible de planifier la charge de travail sereinement.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Ads 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quelqu'un tape "plombier Lyon" sur Google,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annonce s'affiche EN PREMIER.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825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avant les résultats naturels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552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2461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Payé seulement si quelqu'un clique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758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666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sur votre zone exacte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965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087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en quelques jours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365760"/>
            <a:ext cx="3977640" cy="4434840"/>
          </a:xfrm>
          <a:prstGeom prst="roundRect">
            <a:avLst>
              <a:gd name="adj" fmla="val 3218"/>
            </a:avLst>
          </a:prstGeom>
          <a:solidFill>
            <a:srgbClr val="0D1525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594360"/>
            <a:ext cx="3520440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60350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plombier urgence Lyon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66360" y="1143000"/>
            <a:ext cx="475488" cy="182880"/>
          </a:xfrm>
          <a:prstGeom prst="roundRect">
            <a:avLst>
              <a:gd name="adj" fmla="val 20000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114300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166360" y="1389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VotreEntreprise.fr — Plombier 69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17099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Urgences 24h/7j  ·  Zone Lyon + agglo  ·  Devis gratuit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084832"/>
            <a:ext cx="3520440" cy="0"/>
          </a:xfrm>
          <a:prstGeom prst="line">
            <a:avLst/>
          </a:prstGeom>
          <a:noFill/>
          <a:ln w="12700">
            <a:solidFill>
              <a:srgbClr val="1E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21284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Résultats naturels (sans pub, plus bas dans la page)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ça marche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recherche Google à votre téléphone qui sonne — 3 étapes.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64208"/>
            <a:ext cx="438912" cy="320040"/>
          </a:xfrm>
          <a:prstGeom prst="roundRect">
            <a:avLst>
              <a:gd name="adj" fmla="val 20000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cherche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particulier tape "peintre Bordeaux" ou "plombier urgent" sur Google depuis son téléphone.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664208"/>
            <a:ext cx="438912" cy="320040"/>
          </a:xfrm>
          <a:prstGeom prst="roundRect">
            <a:avLst>
              <a:gd name="adj" fmla="val 20000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6420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annonce s'affiche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position 1 ou 2, avant tous les sites naturels. Visible immédiatement dans votre zone.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664208"/>
            <a:ext cx="438912" cy="320040"/>
          </a:xfrm>
          <a:prstGeom prst="roundRect">
            <a:avLst>
              <a:gd name="adj" fmla="val 20000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64208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1945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2926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appelle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3401568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sur l'annonce. Il arrive sur votre site ou clique directement sur votre numéro.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08960" y="2834640"/>
            <a:ext cx="228600" cy="0"/>
          </a:xfrm>
          <a:prstGeom prst="line">
            <a:avLst/>
          </a:prstGeom>
          <a:noFill/>
          <a:ln w="25400">
            <a:solidFill>
              <a:srgbClr val="E862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2834640"/>
            <a:ext cx="228600" cy="0"/>
          </a:xfrm>
          <a:prstGeom prst="line">
            <a:avLst/>
          </a:prstGeom>
          <a:noFill/>
          <a:ln w="25400">
            <a:solidFill>
              <a:srgbClr val="E862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8463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budget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reste chez vous.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4663440" cy="2743200"/>
          </a:xfrm>
          <a:prstGeom prst="roundRect">
            <a:avLst>
              <a:gd name="adj" fmla="val 4667"/>
            </a:avLst>
          </a:prstGeom>
          <a:solidFill>
            <a:srgbClr val="0D2010"/>
          </a:solidFill>
          <a:ln w="12700">
            <a:solidFill>
              <a:srgbClr val="1A6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945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budget pub est payé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directement à Google.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3520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ne touche jamais votre argent publicitaire.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gardez le contrôle total — 100%.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411480"/>
            <a:ext cx="3337560" cy="2148840"/>
          </a:xfrm>
          <a:prstGeom prst="roundRect">
            <a:avLst>
              <a:gd name="adj" fmla="val 5106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548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payez à Google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8686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Ex. 150–300 €/mois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760720" y="14630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 votre compte Google 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 votre propre carte bancaire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743200"/>
            <a:ext cx="3337560" cy="2057400"/>
          </a:xfrm>
          <a:prstGeom prst="roundRect">
            <a:avLst>
              <a:gd name="adj" fmla="val 5333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payez à FORGE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32004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2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490 €/mois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760720" y="37947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Site + gestion des campagnes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Totalement séparé du budget pub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budget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gaspillé.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annonces s'affichent UNIQUEMENT dans votre zone de travail.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euro dépensé ailleurs.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697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6883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ville + communes limitrophes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1455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ajustable : 5 à 50 km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6027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Horaires d'affichage personnalisés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0599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automatique hors zone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365760"/>
            <a:ext cx="4069080" cy="4434840"/>
          </a:xfrm>
          <a:prstGeom prst="roundRect">
            <a:avLst>
              <a:gd name="adj" fmla="val 3146"/>
            </a:avLst>
          </a:prstGeom>
          <a:solidFill>
            <a:srgbClr val="0D1525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868680"/>
            <a:ext cx="2194560" cy="2423160"/>
          </a:xfrm>
          <a:prstGeom prst="ellipse">
            <a:avLst/>
          </a:prstGeom>
          <a:solidFill>
            <a:srgbClr val="E8620A">
              <a:alpha val="12000"/>
            </a:srgbClr>
          </a:solidFill>
          <a:ln w="25400">
            <a:solidFill>
              <a:srgbClr val="E86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371600"/>
            <a:ext cx="1280160" cy="1417320"/>
          </a:xfrm>
          <a:prstGeom prst="ellipse">
            <a:avLst/>
          </a:prstGeom>
          <a:solidFill>
            <a:srgbClr val="E8620A">
              <a:alpha val="28000"/>
            </a:srgbClr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1828800"/>
            <a:ext cx="365760" cy="36576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783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434340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zone d'intervention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fait FORGE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vous.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pro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pour convertir les visites en appels et demandes de devis.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Google Ads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Mots-clés, annonces, extensions d'appel, ciblage — tout est géré.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600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mensuelle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Ajustements réguliers pour baisser le coût par clic et monter les résultats.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mensuel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Clics, appels générés, coût par conversion — tout transparent.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IA 24h/7j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7033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Répond automatiquement aux questions sur votre site.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200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3200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direct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423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interlocuteur. Pas de ticket, pas de centre d'appels.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concrets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attendus.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artisan local — budget pub 150–300 €/mois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84832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3–5j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 ligne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commande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084832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606040" y="3127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Affichages / jour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votre zone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84832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54880" y="3127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/ mois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E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régime de croisière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2084832"/>
            <a:ext cx="1920240" cy="2697480"/>
          </a:xfrm>
          <a:prstGeom prst="roundRect">
            <a:avLst>
              <a:gd name="adj" fmla="val 5714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331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903720" y="3127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investissement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minimum visé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Résultats variables selon le métier, la concurrence locale et le budget. Aucun résultat garanti.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L'offre FORGE.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627632"/>
            <a:ext cx="24323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23408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33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Google Business + Agent 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Site web professionnel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local optimisé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IA chat 24h/7j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151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Sans engagement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14300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47288" y="1627632"/>
            <a:ext cx="24323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€490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47288" y="23408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633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+ gestion Google Ads complète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l'offre Starter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Campagne Google Ads gérée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Rapport mensuel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4151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Optimisation hebdo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111828"/>
          </a:solidFill>
          <a:ln w="12700">
            <a:solidFill>
              <a:srgbClr val="1E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1627632"/>
            <a:ext cx="24323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€690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27648" y="23408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6334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Agent vocal IA 24h/7j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Tout l'offre Pro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34564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Agent vocal 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8039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Réponse appels auto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41513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dédié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690872"/>
            <a:ext cx="8458200" cy="338328"/>
          </a:xfrm>
          <a:prstGeom prst="roundRect">
            <a:avLst>
              <a:gd name="adj" fmla="val 21622"/>
            </a:avLst>
          </a:prstGeom>
          <a:solidFill>
            <a:srgbClr val="0D2010"/>
          </a:solidFill>
          <a:ln w="12700">
            <a:solidFill>
              <a:srgbClr val="1A6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Budget Google Ads payé directement à Google — jamais via FORGE. Séparé de nos honoraires.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démarre 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040880" y="1097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clients cherchent un artisan comme vous en ce moment même.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4480" y="292608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de 15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3904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gratuit, sans engagement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292608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4048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votre zone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3904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concurrence &amp; opportunités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0" y="2926080"/>
            <a:ext cx="548640" cy="548640"/>
          </a:xfrm>
          <a:prstGeom prst="ellipse">
            <a:avLst/>
          </a:prstGeom>
          <a:solidFill>
            <a:srgbClr val="E8620A"/>
          </a:solidFill>
          <a:ln w="12700">
            <a:solidFill>
              <a:srgbClr val="E86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en ligne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904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3 à 5 jours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contact@forge-artisans.fr  ·  forge-artisans.fr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5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2026-07-14T15:17:09Z</dcterms:created>
  <dcterms:modified xsi:type="dcterms:W3CDTF">2026-07-14T15:17:09Z</dcterms:modified>
</cp:coreProperties>
</file>